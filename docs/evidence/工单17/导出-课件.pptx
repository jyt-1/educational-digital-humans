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同学们，前面我们学习了感知机与多层前馈网络，但网络参数怎么自动调整？今天这讲聚焦反向传播。它是深度学习的基石，也是后续CNN、Transformer训练的共同底层逻辑。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先提问：如果只有输入和输出，隐层权重怎么改？学生常答“试出来”，这正是反向传播要解决的问题。举例：房价预测中，输出误差大，需要知道每个权重“该负多少责任”。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用单隐层网络举例：输入2维、隐层3个神经元、输出1维。强调前向传播必须保存z和a，因为反向传播计算梯度时要用到这些中间值，这是工程实现的关键细节。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提醒学生：梯度就是“最陡上升方向”，所以要往反方向走。可类比下山：η太大容易跨过山谷，η太小走得太慢。提问：学习率设为1会怎样？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这是本讲重点。用链式法则讲清“误差往回传”的数学本质：每层误差由后一层误差加权组合。板书一个两层网络的δ推导，让学生看到公式不是背的，是一步步链式展开的。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带学生回顾六页主线：前向→损失→反向→更新。布置思考题，下次课讨论梯度消失现象，并预告下一节将动手用Python实现一个两层网络的反向传播。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人工智能导论-第3章 神经网络-课件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辅助生成 · 教师复核后使用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人工智能导论 · 第3章 神经网络：反向传播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课程：人工智能导论</a:t>
            </a:r>
          </a:p>
          <a:p>
            <a:pPr>
              <a:defRPr sz="2000"/>
            </a:pPr>
            <a:r>
              <a:t>章节：第3章 神经网络</a:t>
            </a:r>
          </a:p>
          <a:p>
            <a:pPr>
              <a:defRPr sz="2000"/>
            </a:pPr>
            <a:r>
              <a:t>核心知识点：反向传播算法</a:t>
            </a:r>
          </a:p>
          <a:p>
            <a:pPr>
              <a:defRPr sz="2000"/>
            </a:pPr>
            <a:r>
              <a:t>适用：高职人工智能专业</a:t>
            </a:r>
          </a:p>
          <a:p>
            <a:pPr>
              <a:defRPr sz="2000"/>
            </a:pPr>
            <a:r>
              <a:t>课时：1讲（6页速览）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为什么需要反向传播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前向传播：输入→输出，得到预测值</a:t>
            </a:r>
          </a:p>
          <a:p>
            <a:pPr>
              <a:defRPr sz="2000"/>
            </a:pPr>
            <a:r>
              <a:t>损失函数：衡量预测与真实标签差距</a:t>
            </a:r>
          </a:p>
          <a:p>
            <a:pPr>
              <a:defRPr sz="2000"/>
            </a:pPr>
            <a:r>
              <a:t>目标：调整权重使损失最小</a:t>
            </a:r>
          </a:p>
          <a:p>
            <a:pPr>
              <a:defRPr sz="2000"/>
            </a:pPr>
            <a:r>
              <a:t>难点：隐层权重无法直接求梯度</a:t>
            </a:r>
          </a:p>
          <a:p>
            <a:pPr>
              <a:defRPr sz="2000"/>
            </a:pPr>
            <a:r>
              <a:t>反向传播：把误差从输出层逐层回传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前向传播：先算出一个预测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输入层：接收特征向量 x</a:t>
            </a:r>
          </a:p>
          <a:p>
            <a:pPr>
              <a:defRPr sz="2000"/>
            </a:pPr>
            <a:r>
              <a:t>隐层：z=Wx+b，a=σ(z)</a:t>
            </a:r>
          </a:p>
          <a:p>
            <a:pPr>
              <a:defRPr sz="2000"/>
            </a:pPr>
            <a:r>
              <a:t>输出层：得到预测值 ŷ</a:t>
            </a:r>
          </a:p>
          <a:p>
            <a:pPr>
              <a:defRPr sz="2000"/>
            </a:pPr>
            <a:r>
              <a:t>激活函数：Sigmoid、ReLU 等</a:t>
            </a:r>
          </a:p>
          <a:p>
            <a:pPr>
              <a:defRPr sz="2000"/>
            </a:pPr>
            <a:r>
              <a:t>缓存中间结果，供反向使用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损失函数与梯度下降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常用损失：均方误差、交叉熵</a:t>
            </a:r>
          </a:p>
          <a:p>
            <a:pPr>
              <a:defRPr sz="2000"/>
            </a:pPr>
            <a:r>
              <a:t>梯度：损失对参数的偏导</a:t>
            </a:r>
          </a:p>
          <a:p>
            <a:pPr>
              <a:defRPr sz="2000"/>
            </a:pPr>
            <a:r>
              <a:t>梯度下降：w ← w - η·∂L/∂w</a:t>
            </a:r>
          </a:p>
          <a:p>
            <a:pPr>
              <a:defRPr sz="2000"/>
            </a:pPr>
            <a:r>
              <a:t>学习率 η 控制更新步长</a:t>
            </a:r>
          </a:p>
          <a:p>
            <a:pPr>
              <a:defRPr sz="2000"/>
            </a:pPr>
            <a:r>
              <a:t>目标：沿梯度反方向逼近最小值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反向传播核心：链式法则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误差项 δ = ∂L/∂z</a:t>
            </a:r>
          </a:p>
          <a:p>
            <a:pPr>
              <a:defRPr sz="2000"/>
            </a:pPr>
            <a:r>
              <a:t>输出层δ：直接由损失求导得到</a:t>
            </a:r>
          </a:p>
          <a:p>
            <a:pPr>
              <a:defRPr sz="2000"/>
            </a:pPr>
            <a:r>
              <a:t>隐层δ：后一层δ加权求和再乘σ'(z)</a:t>
            </a:r>
          </a:p>
          <a:p>
            <a:pPr>
              <a:defRPr sz="2000"/>
            </a:pPr>
            <a:r>
              <a:t>权重梯度：∂L/∂W = δ · aᵀ</a:t>
            </a:r>
          </a:p>
          <a:p>
            <a:pPr>
              <a:defRPr sz="2000"/>
            </a:pPr>
            <a:r>
              <a:t>偏置梯度：∂L/∂b = 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小结与思考题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反向传播=前向缓存+链式求导+梯度下降</a:t>
            </a:r>
          </a:p>
          <a:p>
            <a:pPr>
              <a:defRPr sz="2000"/>
            </a:pPr>
            <a:r>
              <a:t>核心：误差逐层回传，更新所有参数</a:t>
            </a:r>
          </a:p>
          <a:p>
            <a:pPr>
              <a:defRPr sz="2000"/>
            </a:pPr>
            <a:r>
              <a:t>工程要点：缓存中间值、选好学习率</a:t>
            </a:r>
          </a:p>
          <a:p>
            <a:pPr>
              <a:defRPr sz="2000"/>
            </a:pPr>
            <a:r>
              <a:t>思考1：为什么不能直接对隐层求导？</a:t>
            </a:r>
          </a:p>
          <a:p>
            <a:pPr>
              <a:defRPr sz="2000"/>
            </a:pPr>
            <a:r>
              <a:t>思考2：梯度消失与激活函数有何关系？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